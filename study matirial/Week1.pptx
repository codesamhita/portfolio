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5c8386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5c8386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c5c8386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c5c8386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c5c8386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c5c8386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5c83866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5c83866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c5c83866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c5c83866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c5c83866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c5c83866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5c83866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5c8386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c5c8386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c5c8386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c5c83866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c5c8386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c5c83866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c5c83866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5c83866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5c83866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c5c83866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c5c83866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5c83866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c5c83866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c5c83866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c5c83866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c5c83866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c5c83866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5c83866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c5c83866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5c83866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c5c83866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e58d06b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e58d06b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e58d06b4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e58d06b4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e58d06b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e58d06b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e58d06b4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e58d06b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58d06b4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e58d06b4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e58d06b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e58d06b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8d06b4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e58d06b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e58d06b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e58d06b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e58d06b4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e58d06b4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e58d06b4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e58d06b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e58d06b4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e58d06b4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e58d06b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e58d06b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e58d06b4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e58d06b4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e58d06b4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e58d06b4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e58d06b4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e58d06b4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e58d06b4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e58d06b4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e58d06b4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e58d06b4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e58d06b4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e58d06b4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e58d06b4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e58d06b4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e58d06b4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e58d06b4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e58d06b4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e58d06b4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e58d06b4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e58d06b4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e58d06b4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e58d06b4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e58d06b4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e58d06b4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Urban Informatics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01" y="33550"/>
            <a:ext cx="8522199" cy="50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63" y="28937"/>
            <a:ext cx="8738475" cy="50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02" y="76200"/>
            <a:ext cx="877199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74" y="44150"/>
            <a:ext cx="8930851" cy="50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39" y="76200"/>
            <a:ext cx="8767923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38" y="46950"/>
            <a:ext cx="8947525" cy="504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144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4307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452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194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275"/>
            <a:ext cx="84791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7804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426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9666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3933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6434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7500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129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51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95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31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27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79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75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33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255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7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1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5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6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93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8202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100" y="1000125"/>
            <a:ext cx="60198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650" y="747713"/>
            <a:ext cx="636270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811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03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7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696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7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263" y="923925"/>
            <a:ext cx="6467475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