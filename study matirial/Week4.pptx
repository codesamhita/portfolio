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579c8b8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579c8b8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579c8b8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579c8b8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79c8b8f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79c8b8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79c8b8f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579c8b8f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79c8b8f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79c8b8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79c8b8f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79c8b8f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79c8b8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579c8b8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79c8b8f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579c8b8f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79c8b8f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579c8b8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79c8b8f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79c8b8f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579c8b8f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579c8b8f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79c8b8f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79c8b8f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79c8b8f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79c8b8f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79c8b8f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79c8b8f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79c8b8f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79c8b8f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79c8b8f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579c8b8f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579c8b8f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579c8b8f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79c8b8f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579c8b8f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579c8b8f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579c8b8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79c8b8f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579c8b8f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579c8b8f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579c8b8f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579c8b8f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579c8b8f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579c8b8f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579c8b8f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579c8b8f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579c8b8f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79c8b8f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579c8b8f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579c8b8f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579c8b8f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579c8b8f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579c8b8f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579c8b8f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579c8b8f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579c8b8f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579c8b8f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579c8b8f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579c8b8f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79c8b8f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579c8b8f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579c8b8f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579c8b8f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579c8b8f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579c8b8f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579c8b8f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579c8b8f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579c8b8f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579c8b8f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579c8b8f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579c8b8f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579c8b8f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579c8b8f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579c8b8f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579c8b8f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579c8b8f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579c8b8f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579c8b8f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579c8b8f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579c8b8f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579c8b8f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579c8b8f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579c8b8f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579c8b8f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579c8b8f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579c8b8f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579c8b8f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579c8b8f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579c8b8f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579c8b8f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579c8b8f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579c8b8f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579c8b8f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579c8b8f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579c8b8f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579c8b8f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579c8b8f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579c8b8f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579c8b8f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579c8b8f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579c8b8f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579c8b8f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579c8b8f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579c8b8f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c579c8b8f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579c8b8f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579c8b8f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579c8b8f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579c8b8f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579c8b8f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579c8b8f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099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96325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9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9768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78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13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9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9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735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9723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8045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5231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0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08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3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791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80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4539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8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1987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768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609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2152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46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82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4756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35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34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1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54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51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930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61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67650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7225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5421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4929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1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6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1396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20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53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0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57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8655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6732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898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216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34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9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9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866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579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