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7539572e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7539572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7539572e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7539572e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7539572e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7539572e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7539572e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7539572e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7539572e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7539572e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539572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7539572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539572e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7539572e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539572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7539572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7539572e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7539572e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7539572e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7539572e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7539572e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7539572e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7539572e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7539572e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7539572e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7539572e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7539572e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7539572e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7539572e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7539572e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7539572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7539572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539572e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7539572e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7539572e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7539572e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7539572e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7539572e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539572e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7539572e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7539572e2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7539572e2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7539572e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7539572e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7539572e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7539572e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7539572e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7539572e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7539572e2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7539572e2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7539572e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7539572e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7539572e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7539572e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7539572e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7539572e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7539572e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7539572e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7539572e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7539572e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7539572e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7539572e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7539572e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7539572e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7539572e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7539572e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7539572e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7539572e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7539572e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7539572e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7539572e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7539572e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7539572e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7539572e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7539572e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7539572e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7539572e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7539572e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7539572e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7539572e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7539572e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7539572e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7539572e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7539572e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c7539572e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c7539572e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7539572e2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7539572e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7539572e2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7539572e2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7539572e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7539572e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7539572e2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7539572e2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263" y="1090613"/>
            <a:ext cx="6467475" cy="29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81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394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743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0625" cy="47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629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036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102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13" y="1114425"/>
            <a:ext cx="6505575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263" y="657225"/>
            <a:ext cx="6467475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78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24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3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516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706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39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981075"/>
            <a:ext cx="6457950" cy="31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738" y="752475"/>
            <a:ext cx="6486525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3647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480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6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4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79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32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479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313" y="1290638"/>
            <a:ext cx="64293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788" y="566738"/>
            <a:ext cx="6448425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96300" cy="46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9650" cy="47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220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64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62013"/>
            <a:ext cx="822960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376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02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3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3" y="962025"/>
            <a:ext cx="7877175" cy="32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2989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975" y="1019175"/>
            <a:ext cx="64960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886" y="152400"/>
            <a:ext cx="613622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3031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109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96369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0606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14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342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045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442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263" y="985838"/>
            <a:ext cx="646747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