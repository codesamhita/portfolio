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e5d20dac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e5d20dac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e5d20dac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e5d20dac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e5d20dac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e5d20dac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e5d20dac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e5d20dac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e5d20dac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e5d20dac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e5d20dac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e5d20dac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e5d20dacd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e5d20dac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e5d20dac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e5d20dac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e5d20dac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e5d20dac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e5d20dacd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e5d20dac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e5d20dac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e5d20dac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e5d20dac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e5d20dac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e5d20dac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e5d20dac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e5d20dac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e5d20dac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e5d20dacd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e5d20dac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e5d20dacd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e5d20dac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e5d20dac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e5d20dac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e5d20dacd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e5d20dac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e5d20dac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e5d20dac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e5d20dacd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e5d20dacd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e5d20dacd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e5d20dacd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e5d20dacd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e5d20dac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e5d20dacd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e5d20dac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e5d20dacd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be5d20dacd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e5d20dacd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be5d20dacd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e5d20dacd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be5d20dac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e5d20dacd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be5d20dacd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e5d20dacd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be5d20dac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e5d20dac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e5d20dac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e5d20dacd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be5d20dacd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e5d20dacd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be5d20dacd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e5d20dacd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be5d20dacd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e5d20dacd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be5d20dacd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e5d20dac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be5d20dac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e5d20dacd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be5d20dacd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e5d20dacd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e5d20dacd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be5d20dacd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be5d20dacd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e5d20dacd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be5d20dacd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e5d20dac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be5d20dac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be5d20dacd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be5d20dacd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e5d20dacd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be5d20dacd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be5d20dacd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be5d20dacd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be5d20dacd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be5d20dacd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e5d20dacd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be5d20dacd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be5d20dacd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be5d20dacd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be5d20dacd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be5d20dacd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be5d20dacd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be5d20dacd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be5d20dacd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be5d20dacd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be5d20dacd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be5d20dacd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be5d20dacd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be5d20dacd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be5d20dacd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be5d20dacd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be5d20dacd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be5d20dacd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be5d20dacd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be5d20dacd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be5d20dacd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be5d20dacd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be5d20dacd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be5d20dacd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be5d20dacd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be5d20dacd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be5d20dacd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be5d20dacd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be5d20dacd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be5d20dacd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be5d20dacd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be5d20dacd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be5d20dacd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be5d20dacd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9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7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1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9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0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2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0638" y="166688"/>
            <a:ext cx="6562725" cy="481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28593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610350" cy="456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229600" cy="463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445071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543800" cy="345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810375" cy="432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3500" y="1252538"/>
            <a:ext cx="6477000" cy="263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505575" cy="40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91575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524500" cy="453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5842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49004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13461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480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34658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466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5283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543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43181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752975" cy="32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7950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96050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8308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2661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554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3666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244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5814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816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604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048500" cy="459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58498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607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86525" cy="24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67475" cy="40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39499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001000" cy="48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555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60105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315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322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243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662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581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76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5730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978012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53090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96050" cy="268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77000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812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714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152257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283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44523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34300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298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41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572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29375" cy="282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